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0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8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2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8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8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8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1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9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8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10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7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90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6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67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Predicción de Satisfacción de Pasajeros en Aerolíneas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proyecto presenta el desarrollo de un modelo de Machine </a:t>
            </a:r>
            <a:r>
              <a:rPr lang="es-ES" dirty="0" err="1"/>
              <a:t>Learning</a:t>
            </a:r>
            <a:r>
              <a:rPr lang="es-ES" dirty="0"/>
              <a:t> supervisado orientado a predecir la satisfacción de pasajeros en aerolíneas.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814010"/>
            <a:ext cx="7511472" cy="4041162"/>
          </a:xfrm>
        </p:spPr>
        <p:txBody>
          <a:bodyPr/>
          <a:lstStyle/>
          <a:p>
            <a:r>
              <a:rPr lang="es-ES" dirty="0"/>
              <a:t>El objetivo principal es construir un modelo capaz de anticipar si un pasajero estará satisfecho con su experiencia de vuelo. Para ello, se comparan distintos enfoques y se optimiza el rendimiento mediante técnicas de ajuste de </a:t>
            </a:r>
            <a:r>
              <a:rPr lang="es-ES" dirty="0" err="1"/>
              <a:t>hiperparámetros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Carga y Exploración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3873558"/>
          </a:xfrm>
        </p:spPr>
        <p:txBody>
          <a:bodyPr/>
          <a:lstStyle/>
          <a:p>
            <a:r>
              <a:rPr dirty="0"/>
              <a:t>Lectura de datasets: train y test</a:t>
            </a:r>
            <a:endParaRPr lang="es-ES" dirty="0"/>
          </a:p>
          <a:p>
            <a:pPr lvl="1"/>
            <a:r>
              <a:rPr lang="es-ES" dirty="0"/>
              <a:t>Limpieza y tratamiento de variables de ambos </a:t>
            </a:r>
            <a:r>
              <a:rPr lang="es-ES" dirty="0" err="1"/>
              <a:t>datasets</a:t>
            </a:r>
            <a:endParaRPr lang="es-ES" dirty="0"/>
          </a:p>
          <a:p>
            <a:r>
              <a:rPr lang="es-ES" dirty="0"/>
              <a:t>Distribución de la variable objetivo</a:t>
            </a:r>
          </a:p>
          <a:p>
            <a:pPr lvl="1"/>
            <a:r>
              <a:rPr lang="es-ES" dirty="0"/>
              <a:t>Mapa de calor de correlaciones</a:t>
            </a:r>
          </a:p>
          <a:p>
            <a:pPr lvl="1"/>
            <a:r>
              <a:rPr lang="es-ES" dirty="0"/>
              <a:t>Identificación de variables relevantes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División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Train/Test Split (80% / 20%)</a:t>
            </a:r>
          </a:p>
          <a:p>
            <a:pPr lvl="1"/>
            <a:r>
              <a:rPr dirty="0" err="1"/>
              <a:t>Stratificación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variable </a:t>
            </a:r>
            <a:r>
              <a:rPr dirty="0" err="1"/>
              <a:t>objetivo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Modelo Baseline -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624134"/>
          </a:xfrm>
        </p:spPr>
        <p:txBody>
          <a:bodyPr/>
          <a:lstStyle/>
          <a:p>
            <a:r>
              <a:rPr lang="es-ES" dirty="0"/>
              <a:t>Se implementó una regresión logística como modelo base para establecer una referencia de desempeño. Sus métricas permiten evaluar posteriormente la mejora obtenida con modelos más complejos.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20BD0B-D280-1926-13B5-EE565831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1" y="3429000"/>
            <a:ext cx="6011114" cy="2505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Avanzado -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368102"/>
          </a:xfrm>
        </p:spPr>
        <p:txBody>
          <a:bodyPr/>
          <a:lstStyle/>
          <a:p>
            <a:r>
              <a:rPr lang="es-ES" dirty="0"/>
              <a:t>Se entrenó un modelo </a:t>
            </a:r>
            <a:r>
              <a:rPr lang="es-ES" dirty="0" err="1"/>
              <a:t>Random</a:t>
            </a:r>
            <a:r>
              <a:rPr lang="es-ES" dirty="0"/>
              <a:t> Forest, capaz de capturar relaciones no lineales y patrones complejos en los datos. Este enfoque mostró un desempeño superior al modelo </a:t>
            </a:r>
            <a:r>
              <a:rPr lang="es-ES" dirty="0" err="1"/>
              <a:t>baseline</a:t>
            </a:r>
            <a:r>
              <a:rPr lang="es-ES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D85D90-5AD4-0B56-97CD-1202C1FF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95" y="3506931"/>
            <a:ext cx="5973009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084638"/>
          </a:xfrm>
        </p:spPr>
        <p:txBody>
          <a:bodyPr/>
          <a:lstStyle/>
          <a:p>
            <a:r>
              <a:rPr lang="es-ES" dirty="0"/>
              <a:t>Se aplicó </a:t>
            </a:r>
            <a:r>
              <a:rPr lang="es-ES" dirty="0" err="1"/>
              <a:t>RandomizedSearchCV</a:t>
            </a:r>
            <a:r>
              <a:rPr lang="es-ES" dirty="0"/>
              <a:t> para identificar la mejor combinación de </a:t>
            </a:r>
            <a:r>
              <a:rPr lang="es-ES" dirty="0" err="1"/>
              <a:t>hiperparámetros</a:t>
            </a:r>
            <a:r>
              <a:rPr lang="es-ES" dirty="0"/>
              <a:t>. Mediante validación cruzada se seleccionó el modelo con mayor capacidad predictiva.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234FF5-5A15-197A-D809-39FC7963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53" y="3429000"/>
            <a:ext cx="6039693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Final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18DA9D7-CACF-B58D-BC34-B3C3EF667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797" y="1669948"/>
            <a:ext cx="5288406" cy="4592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Extracción de importancia de variables</a:t>
            </a:r>
          </a:p>
          <a:p>
            <a:pPr lvl="1"/>
            <a:r>
              <a:t>Top 15 features más influyentes</a:t>
            </a:r>
          </a:p>
          <a:p>
            <a:pPr lvl="1"/>
            <a:r>
              <a:t>Visualización mediante gráfico horizontal</a:t>
            </a:r>
          </a:p>
          <a:p>
            <a:pPr lvl="1"/>
            <a:r>
              <a:t>Interpretación del impacto en satisfacción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Probabilidades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2273358"/>
          </a:xfrm>
        </p:spPr>
        <p:txBody>
          <a:bodyPr/>
          <a:lstStyle/>
          <a:p>
            <a:pPr lvl="1"/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confianza</a:t>
            </a:r>
            <a:endParaRPr dirty="0"/>
          </a:p>
          <a:p>
            <a:pPr lvl="1"/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confianza</a:t>
            </a:r>
            <a:r>
              <a:rPr dirty="0"/>
              <a:t> y </a:t>
            </a:r>
            <a:r>
              <a:rPr dirty="0" err="1"/>
              <a:t>dudosas</a:t>
            </a:r>
            <a:endParaRPr dirty="0"/>
          </a:p>
          <a:p>
            <a:pPr lvl="1"/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ambiguos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CC61ED-99BD-08BF-EBCA-154B85158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873971"/>
            <a:ext cx="4315968" cy="24594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E6CD04-3DC3-C6A9-D4F7-1C3B73DC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73971"/>
            <a:ext cx="4389120" cy="2459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supera al baseline</a:t>
            </a:r>
          </a:p>
          <a:p>
            <a:pPr lvl="1"/>
            <a:r>
              <a:t>La optimización mejora el rendimiento</a:t>
            </a:r>
          </a:p>
          <a:p>
            <a:pPr lvl="1"/>
            <a:r>
              <a:t>Variables clave influyen significativamente en satisfacción</a:t>
            </a:r>
          </a:p>
          <a:p>
            <a:pPr lvl="1"/>
            <a:r>
              <a:t>Modelo listo para integración o despliegue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103</TotalTime>
  <Words>281</Words>
  <Application>Microsoft Office PowerPoint</Application>
  <PresentationFormat>Presentación en pantalla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Malla</vt:lpstr>
      <vt:lpstr>Predicción de Satisfacción de Pasajeros en Aerolíneas</vt:lpstr>
      <vt:lpstr>Objetivo del Proyecto</vt:lpstr>
      <vt:lpstr>Carga y Exploración de Datos</vt:lpstr>
      <vt:lpstr>División del Dataset</vt:lpstr>
      <vt:lpstr>Modelo Baseline - Logistic Regression</vt:lpstr>
      <vt:lpstr>Modelo Avanzado - Random Forest</vt:lpstr>
      <vt:lpstr>Optimización del Modelo</vt:lpstr>
      <vt:lpstr>Evaluación Final</vt:lpstr>
      <vt:lpstr>Feature Importance</vt:lpstr>
      <vt:lpstr>Análisis de Probabilidades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Jonatán Luzón Montaño</dc:creator>
  <cp:keywords/>
  <dc:description>generated using python-pptx</dc:description>
  <cp:lastModifiedBy>Jonatán Luzón Montaño</cp:lastModifiedBy>
  <cp:revision>3</cp:revision>
  <dcterms:created xsi:type="dcterms:W3CDTF">2013-01-27T09:14:16Z</dcterms:created>
  <dcterms:modified xsi:type="dcterms:W3CDTF">2026-03-05T04:56:48Z</dcterms:modified>
  <cp:category/>
</cp:coreProperties>
</file>